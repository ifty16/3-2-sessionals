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9" d="100"/>
          <a:sy n="149" d="100"/>
        </p:scale>
        <p:origin x="2124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NS-3 Project Proposal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Adaptive Enhancements to TCP Petra</a:t>
            </a:r>
          </a:p>
          <a:p>
            <a:endParaRPr dirty="0"/>
          </a:p>
          <a:p>
            <a:r>
              <a:rPr dirty="0"/>
              <a:t>Base Paper: </a:t>
            </a:r>
            <a:endParaRPr lang="en-US" dirty="0"/>
          </a:p>
          <a:p>
            <a:pPr marL="0" indent="0">
              <a:buNone/>
            </a:pPr>
            <a:r>
              <a:rPr dirty="0"/>
              <a:t>TCP Petra: Enhanced TCP Westwood Slow Start Phase</a:t>
            </a:r>
          </a:p>
          <a:p>
            <a:endParaRPr dirty="0"/>
          </a:p>
          <a:p>
            <a:r>
              <a:rPr lang="en-US" dirty="0"/>
              <a:t>ID: 2105170</a:t>
            </a:r>
            <a:endParaRPr dirty="0"/>
          </a:p>
          <a:p>
            <a:r>
              <a:rPr dirty="0"/>
              <a:t>Course:</a:t>
            </a:r>
            <a:r>
              <a:rPr lang="en-US" dirty="0"/>
              <a:t> CSE-322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Traditional TCP treats all losses as congestion</a:t>
            </a:r>
          </a:p>
          <a:p>
            <a:r>
              <a:rPr dirty="0"/>
              <a:t>Wireless networks experience losses due to link errors</a:t>
            </a:r>
          </a:p>
          <a:p>
            <a:r>
              <a:rPr dirty="0"/>
              <a:t>TCP Westwood improves TCP using bandwidth estimation</a:t>
            </a:r>
          </a:p>
          <a:p>
            <a:r>
              <a:rPr dirty="0"/>
              <a:t>TCP Petra enhances the slow start phase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 Paper Overview: TCP Petra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Built on TCP Westwood+</a:t>
            </a:r>
          </a:p>
          <a:p>
            <a:r>
              <a:rPr dirty="0"/>
              <a:t>Focuses on improving slow start behavior</a:t>
            </a:r>
          </a:p>
          <a:p>
            <a:r>
              <a:rPr dirty="0"/>
              <a:t>Prevents aggressive congestion window growth</a:t>
            </a:r>
          </a:p>
          <a:p>
            <a:r>
              <a:rPr dirty="0"/>
              <a:t>Still relies on fixed decision rules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Fixed slow start exit conditions are not adaptive</a:t>
            </a:r>
          </a:p>
          <a:p>
            <a:r>
              <a:rPr dirty="0"/>
              <a:t>RTT fluctuations are ignored as early congestion signals</a:t>
            </a:r>
          </a:p>
          <a:p>
            <a:r>
              <a:rPr dirty="0"/>
              <a:t>Congestion overshoot may still occur in wireless networks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 (Primary)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RTT-Variance-Aware Adaptive Slow Start Exit</a:t>
            </a:r>
          </a:p>
          <a:p>
            <a:endParaRPr dirty="0"/>
          </a:p>
          <a:p>
            <a:r>
              <a:rPr dirty="0"/>
              <a:t>Monitor RTT samples during slow start</a:t>
            </a:r>
          </a:p>
          <a:p>
            <a:r>
              <a:rPr dirty="0"/>
              <a:t>Compute RTT variance dynamically</a:t>
            </a:r>
          </a:p>
          <a:p>
            <a:r>
              <a:rPr dirty="0"/>
              <a:t>Exit slow start early when variance increases</a:t>
            </a:r>
          </a:p>
          <a:p>
            <a:r>
              <a:rPr dirty="0"/>
              <a:t>Detect incipient congestion before packet loss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Alternate Solution (Backup)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Hybrid Delay-Threshold-Based Slow Start Control</a:t>
            </a:r>
          </a:p>
          <a:p>
            <a:endParaRPr dirty="0"/>
          </a:p>
          <a:p>
            <a:r>
              <a:rPr dirty="0"/>
              <a:t>Track minimum RTT (</a:t>
            </a:r>
            <a:r>
              <a:rPr dirty="0" err="1"/>
              <a:t>baseRTT</a:t>
            </a:r>
            <a:r>
              <a:rPr dirty="0"/>
              <a:t>)</a:t>
            </a:r>
          </a:p>
          <a:p>
            <a:r>
              <a:rPr dirty="0"/>
              <a:t>Exit slow start if RTT exceeds </a:t>
            </a:r>
            <a:r>
              <a:rPr dirty="0" err="1"/>
              <a:t>baseRTT</a:t>
            </a:r>
            <a:r>
              <a:rPr dirty="0"/>
              <a:t> + margin</a:t>
            </a:r>
          </a:p>
          <a:p>
            <a:r>
              <a:rPr dirty="0"/>
              <a:t>Inspired by delay-based congestion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&amp; Evaluation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Implemented in ns-3 using TCP Westwood+ module</a:t>
            </a:r>
          </a:p>
          <a:p>
            <a:r>
              <a:rPr dirty="0"/>
              <a:t>Compare Westwood+, TCP Petra, and Modified TCP Petra</a:t>
            </a:r>
          </a:p>
          <a:p>
            <a:r>
              <a:rPr dirty="0"/>
              <a:t>Metrics: Throughput, RTT, Packet loss, </a:t>
            </a:r>
            <a:r>
              <a:rPr dirty="0" err="1"/>
              <a:t>cwnd</a:t>
            </a:r>
            <a:r>
              <a:rPr dirty="0"/>
              <a:t> behavior</a:t>
            </a:r>
          </a:p>
          <a:p>
            <a:r>
              <a:rPr dirty="0"/>
              <a:t>Wireless network scenarios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Outcome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Improved slow start responsiveness in wireless links</a:t>
            </a:r>
          </a:p>
          <a:p>
            <a:r>
              <a:rPr dirty="0"/>
              <a:t>Reduced congestion overshoot</a:t>
            </a:r>
          </a:p>
          <a:p>
            <a:r>
              <a:rPr dirty="0"/>
              <a:t>Demonstrates adaptive TCP enhancement using RTT dynamics</a:t>
            </a:r>
          </a:p>
          <a:p>
            <a:r>
              <a:rPr dirty="0"/>
              <a:t>Focus on understanding and independent modification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238</Words>
  <Application>Microsoft Office PowerPoint</Application>
  <PresentationFormat>On-screen Show (4:3)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NS-3 Project Proposal</vt:lpstr>
      <vt:lpstr>Background &amp; Motivation</vt:lpstr>
      <vt:lpstr>Base Paper Overview: TCP Petra</vt:lpstr>
      <vt:lpstr>Problem Statement</vt:lpstr>
      <vt:lpstr>Proposed Solution (Primary)</vt:lpstr>
      <vt:lpstr>Alternate Solution (Backup)</vt:lpstr>
      <vt:lpstr>Implementation &amp; Evaluation Plan</vt:lpstr>
      <vt:lpstr>Expected Outcome &amp;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Shoaib Hossain</cp:lastModifiedBy>
  <cp:revision>2</cp:revision>
  <dcterms:created xsi:type="dcterms:W3CDTF">2013-01-27T09:14:16Z</dcterms:created>
  <dcterms:modified xsi:type="dcterms:W3CDTF">2026-01-30T05:23:39Z</dcterms:modified>
  <cp:category/>
</cp:coreProperties>
</file>